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41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purchases — 18 features — goal: spending,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443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1847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71383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Size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12251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Rows: 3,900 • Columns: 18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1847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71383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Demographics, Purchase details, Behavior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1172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7157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EDA &amp; Preparation (Python)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69580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 &amp; Inspect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pandas: df.info(), describe()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669580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&amp; Impute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Imputed Review Rating by category median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669580"/>
            <a:ext cx="3496877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Standardize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Renamed columns to snake_case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Eng.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age_group, purchase_frequency_days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Loaded cleaned DataFrame into MySQL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Descriptive Stats Snapshot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6557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649861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Mean purchase: $59.76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review rating: 3.75 (37 missing)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item frequency: Blouse (171)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5C1316-8FA1-DDDB-F0A0-1242857B3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03070"/>
            <a:ext cx="3464331" cy="33262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834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Findings — Revenue &amp; Segments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5216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6956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Male: 157,890 • Female: 75,191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5216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6956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Loyal: 3,116 • Returning: 701 • New: 83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05216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Buyers &amp; Subscriptions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 buyers more likely to subscribe (958 vs 2,518)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90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Products &amp; Ratings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87675"/>
            <a:ext cx="736582" cy="736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2987675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3396357"/>
            <a:ext cx="15671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rating: 3.86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987675"/>
            <a:ext cx="736582" cy="736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2987675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3396357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rating: 3.84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987675"/>
            <a:ext cx="736582" cy="736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987675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3396357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rating: 3.82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987675"/>
            <a:ext cx="736582" cy="736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2987675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3396357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rating: 3.80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02298"/>
            <a:ext cx="736582" cy="736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34290" y="4102298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Skirt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634290" y="4510980"/>
            <a:ext cx="15671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rating: 3.78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Discounts &amp; High-Spenders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808188"/>
            <a:ext cx="3357082" cy="2115641"/>
          </a:xfrm>
          <a:prstGeom prst="roundRect">
            <a:avLst>
              <a:gd name="adj" fmla="val 375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47608" y="3022600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Discount-Dependent Items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47608" y="3506887"/>
            <a:ext cx="2928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Top: Hat 50% • Sneakers 49.66% • Coat 49.07% • Sweater 48.17% • Pants 47.37%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179290" y="2808188"/>
            <a:ext cx="3357181" cy="2115641"/>
          </a:xfrm>
          <a:prstGeom prst="roundRect">
            <a:avLst>
              <a:gd name="adj" fmla="val 375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93696" y="3022600"/>
            <a:ext cx="292836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with Discounts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93696" y="3802162"/>
            <a:ext cx="29283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Examples: customer_id 3 ($73), 4 ($90), 29 ($94) — spent above average despite discounts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&amp; Shipping Insights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Comparison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 avg: $60 • Standard avg: $58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4520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Group Revenue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42949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Adult: 62,143 • Middle-aged: 59,197 • Adult: 55,978 • Senior: 55,763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87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Preview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27449"/>
            <a:ext cx="3504219" cy="18772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82545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47449" y="2890341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47449" y="3374628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purchase $59.76 • Avg rating 3.75 • Customers 3.9K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0550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47449" y="4119959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Mix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47449" y="4604246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Yes 27% • No 73%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subscriber benefits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increase loyalty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Policy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01863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lift with margin control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top-rated &amp; best-selling items in campaigns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and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365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MY LAPPY</cp:lastModifiedBy>
  <cp:revision>2</cp:revision>
  <dcterms:created xsi:type="dcterms:W3CDTF">2026-08-19T20:39:24Z</dcterms:created>
  <dcterms:modified xsi:type="dcterms:W3CDTF">2026-08-19T20:42:43Z</dcterms:modified>
</cp:coreProperties>
</file>